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F29CC-8247-13BA-63F6-ED5852C07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327AA-8D6C-519E-D7B3-5D15A94F9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EF717-F832-FB05-5717-F5BDEA78F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E15B-5B56-4937-9CE2-5C354901DDF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7ACD6-4F23-70D3-8521-9F47A98B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71656-B5E2-B60E-754B-FB9F4F0D2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93025-6F81-4485-B184-3A1969E99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753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0817B-A883-840B-A61A-69143E3A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DC91-6AD2-2330-D76B-6DD456DAA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CA6E4-99A6-FD96-9E8E-2E2E874D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E15B-5B56-4937-9CE2-5C354901DDF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F3423-094C-5E9E-9C1F-2C69E84E9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93782-1AEE-3BE0-9CAB-0C8D20BE7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93025-6F81-4485-B184-3A1969E99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095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E2486-7692-1F51-15A2-C1FCD4C47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0296D-CCB8-6BF8-5FC7-83F2AC39F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3B7D9-5C48-9D8F-3784-91645545F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E15B-5B56-4937-9CE2-5C354901DDF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75893-79BB-3584-BCC7-A2D6C973A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A8097-C2A1-8DDC-E75E-3772667BA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93025-6F81-4485-B184-3A1969E99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948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151C8-884A-112A-0DD0-E4BE8C47D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ED258-38EE-E4D3-13BC-C7C3E18B6E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2F0E0-1AAF-7368-B33D-9AE093050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93753-2948-8712-0C22-6ACDDCE1B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E15B-5B56-4937-9CE2-5C354901DDF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B3912-3E68-D7B0-D7BA-522DD0063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61CE5-614E-CBFF-3BDD-D59AFD0B6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93025-6F81-4485-B184-3A1969E99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995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4C7EC-2067-AA13-F257-4359C3375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34264-3A32-95A2-1019-AA2BC0E26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B0FAF9-772A-5858-C45F-A1CEB5911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DDFC92-1884-419B-95A2-CD671225B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8C898-FD61-320C-19A8-DCB5DA12CE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27F571-1228-D023-F9E3-D6BAC205B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E15B-5B56-4937-9CE2-5C354901DDF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E5D49A-19DD-9CC5-77A2-B197BA182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AC272B-4BDC-1154-0B49-DAC91DA4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93025-6F81-4485-B184-3A1969E99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29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DC271-9D32-A39F-E114-1ACED56A2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28DECC-D69C-44C1-2F88-C3FAA1BB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E15B-5B56-4937-9CE2-5C354901DDF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2E5519-1F73-3D65-D29C-C7A7484D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9C277-8E69-9FF5-DB18-E048F242F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93025-6F81-4485-B184-3A1969E99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281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BED268-23D2-C98C-2DB5-FBAAAFC63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E15B-5B56-4937-9CE2-5C354901DDF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6E13E-D4EB-4750-1AC4-D8C85743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6FD02-5BAC-5F00-5ECD-2AF9C49E0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93025-6F81-4485-B184-3A1969E99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903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D3C1B-DE45-85FE-E65E-154C424C1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76A0F-5A4C-283E-BCAF-0A84A9131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D7F31-2996-8F01-9DD1-411E79E3A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0D920-C3F8-BE03-8EC8-E87A9C1D2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E15B-5B56-4937-9CE2-5C354901DDF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097F8-FEC2-0135-EA34-4C9B4688C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FCEE1-1476-4972-4DF6-AA2C30A17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93025-6F81-4485-B184-3A1969E99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045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F78E7-1DCB-4776-5D13-206E16C77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7CDBB-D82F-0AE3-5352-3DE36024D4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DEC7D-9703-76C4-FB38-D423F305D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5E28E-2100-53C2-EC8E-FC99B62E9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E15B-5B56-4937-9CE2-5C354901DDF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8DFDA-5C2B-6A3E-1720-3234E8888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56034-307A-85A8-4C7B-F1200D9E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93025-6F81-4485-B184-3A1969E99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139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9B648-81BD-69A7-CC6D-60107C9E8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622597-F3B6-084B-614C-6111960D7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94F08-FE68-2C4F-C30B-F38A27EDE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E15B-5B56-4937-9CE2-5C354901DDF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B6BFA-9005-2F71-C4AC-B4DDF426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4E577-2BC1-8D33-2DEA-A58E8CEB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93025-6F81-4485-B184-3A1969E99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922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BA662-5F22-2B1E-52A7-7E71FE0F8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C353C-A298-52D8-58F4-B30EFD903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C2807-34B3-005F-D59F-4BDD776B4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E15B-5B56-4937-9CE2-5C354901DDF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3FFA3-3D8F-A775-5BFA-477A1270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C2DD2-E255-C516-8CEB-2BE407373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93025-6F81-4485-B184-3A1969E99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209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9CE683-95F9-E1FF-0691-DE035E51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EFDA8-7506-339C-8786-B769D312A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FBF1F-C7B0-B90A-50F1-9D56914EF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EE15B-5B56-4937-9CE2-5C354901DDF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39273-25BF-2244-6DE5-E9D4B9FBB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3D07E-0966-3DBE-1E57-E227FC6DE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E93025-6F81-4485-B184-3A1969E99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36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6218-7C4E-9C56-2D0A-21D5127B45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Project:jobnex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3789A-47D7-89E2-E82E-0025EC883A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discussions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0231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961EF-0AA4-71D7-065D-EC0F9775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1 </a:t>
            </a:r>
            <a:r>
              <a:rPr lang="en-US" dirty="0" err="1"/>
              <a:t>group_name:ASTRA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82F35-7CA4-B4A2-A4D1-7C7F4CF3C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Roles     </a:t>
            </a:r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 err="1">
                <a:sym typeface="Wingdings" panose="05000000000000000000" pitchFamily="2" charset="2"/>
              </a:rPr>
              <a:t>team_lead:KOLKARNISHA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         </a:t>
            </a:r>
            <a:r>
              <a:rPr lang="en-US" dirty="0" err="1">
                <a:sym typeface="Wingdings" panose="05000000000000000000" pitchFamily="2" charset="2"/>
              </a:rPr>
              <a:t>researcher:VAMSI_KRISHNA,JASWANTH,KOLKAR_NISHA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/>
              <a:t>              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 err="1">
                <a:sym typeface="Wingdings" panose="05000000000000000000" pitchFamily="2" charset="2"/>
              </a:rPr>
              <a:t>mvp:SANJANA,NAGENDHRA,KOLKAR_NISHA</a:t>
            </a: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              SUGESSTIONS:ALL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8467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3BD99-9648-F5FD-2001-3CBCC0484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apps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C9D5D-A07E-57D9-69E2-572EA805A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Jobscan</a:t>
            </a:r>
            <a:r>
              <a:rPr lang="en-IN" dirty="0"/>
              <a:t> → Resume vs JD keyword matching, missing skills.</a:t>
            </a:r>
          </a:p>
          <a:p>
            <a:endParaRPr lang="en-IN" dirty="0"/>
          </a:p>
          <a:p>
            <a:r>
              <a:rPr lang="en-IN" dirty="0"/>
              <a:t>Rezi → AI‑powered resume builder tailored to JD.</a:t>
            </a:r>
          </a:p>
          <a:p>
            <a:endParaRPr lang="en-IN" dirty="0"/>
          </a:p>
          <a:p>
            <a:r>
              <a:rPr lang="en-IN" dirty="0" err="1"/>
              <a:t>VMock</a:t>
            </a:r>
            <a:r>
              <a:rPr lang="en-IN" dirty="0"/>
              <a:t> → Smart resume scoring, feedback.</a:t>
            </a:r>
          </a:p>
          <a:p>
            <a:endParaRPr lang="en-IN" dirty="0"/>
          </a:p>
          <a:p>
            <a:r>
              <a:rPr lang="en-IN" dirty="0" err="1"/>
              <a:t>Huntr</a:t>
            </a:r>
            <a:r>
              <a:rPr lang="en-IN" dirty="0"/>
              <a:t> → Job tracking, application management.</a:t>
            </a:r>
          </a:p>
          <a:p>
            <a:r>
              <a:rPr lang="en-IN" dirty="0"/>
              <a:t>Teal</a:t>
            </a:r>
            <a:r>
              <a:rPr lang="en-IN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979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58119-970A-CD6D-5835-0937C63FC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Feature_upgrades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41796-FF98-5B8C-7189-906820065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Dream job/dream company if any notification</a:t>
            </a:r>
          </a:p>
          <a:p>
            <a:r>
              <a:rPr lang="en-US" dirty="0"/>
              <a:t>Certifications ,experience </a:t>
            </a:r>
            <a:r>
              <a:rPr lang="en-US" dirty="0" err="1"/>
              <a:t>filterings</a:t>
            </a:r>
            <a:endParaRPr lang="en-US" dirty="0"/>
          </a:p>
          <a:p>
            <a:r>
              <a:rPr lang="en-US" dirty="0"/>
              <a:t>Ai chatbot/assistance to help user</a:t>
            </a:r>
          </a:p>
          <a:p>
            <a:r>
              <a:rPr lang="en-US" dirty="0"/>
              <a:t>     </a:t>
            </a:r>
            <a:r>
              <a:rPr lang="en-US" dirty="0">
                <a:sym typeface="Wingdings" panose="05000000000000000000" pitchFamily="2" charset="2"/>
              </a:rPr>
              <a:t>interview questions </a:t>
            </a:r>
            <a:r>
              <a:rPr lang="en-US" dirty="0" err="1">
                <a:sym typeface="Wingdings" panose="05000000000000000000" pitchFamily="2" charset="2"/>
              </a:rPr>
              <a:t>prepation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Automated applications and resume related tools</a:t>
            </a:r>
          </a:p>
          <a:p>
            <a:r>
              <a:rPr lang="en-US" dirty="0">
                <a:sym typeface="Wingdings" panose="05000000000000000000" pitchFamily="2" charset="2"/>
              </a:rPr>
              <a:t>Region filter for us/global/</a:t>
            </a:r>
            <a:r>
              <a:rPr lang="en-US" dirty="0" err="1">
                <a:sym typeface="Wingdings" panose="05000000000000000000" pitchFamily="2" charset="2"/>
              </a:rPr>
              <a:t>india</a:t>
            </a:r>
            <a:r>
              <a:rPr lang="en-US" dirty="0">
                <a:sym typeface="Wingdings" panose="05000000000000000000" pitchFamily="2" charset="2"/>
              </a:rPr>
              <a:t>/Bangalore</a:t>
            </a:r>
          </a:p>
          <a:p>
            <a:r>
              <a:rPr lang="en-US" dirty="0">
                <a:sym typeface="Wingdings" panose="05000000000000000000" pitchFamily="2" charset="2"/>
              </a:rPr>
              <a:t>Tour feature /guidance </a:t>
            </a:r>
          </a:p>
          <a:p>
            <a:r>
              <a:rPr lang="en-US" dirty="0">
                <a:sym typeface="Wingdings" panose="05000000000000000000" pitchFamily="2" charset="2"/>
              </a:rPr>
              <a:t>        </a:t>
            </a:r>
            <a:r>
              <a:rPr lang="en-US" dirty="0" err="1">
                <a:sym typeface="Wingdings" panose="05000000000000000000" pitchFamily="2" charset="2"/>
              </a:rPr>
              <a:t>vedio</a:t>
            </a:r>
            <a:r>
              <a:rPr lang="en-US" dirty="0">
                <a:sym typeface="Wingdings" panose="05000000000000000000" pitchFamily="2" charset="2"/>
              </a:rPr>
              <a:t>     chatbot only</a:t>
            </a:r>
          </a:p>
          <a:p>
            <a:r>
              <a:rPr lang="en-US" dirty="0" err="1">
                <a:sym typeface="Wingdings" panose="05000000000000000000" pitchFamily="2" charset="2"/>
              </a:rPr>
              <a:t>Extentions</a:t>
            </a:r>
            <a:r>
              <a:rPr lang="en-US" dirty="0">
                <a:sym typeface="Wingdings" panose="05000000000000000000" pitchFamily="2" charset="2"/>
              </a:rPr>
              <a:t>/</a:t>
            </a:r>
            <a:r>
              <a:rPr lang="en-US" dirty="0" err="1">
                <a:sym typeface="Wingdings" panose="05000000000000000000" pitchFamily="2" charset="2"/>
              </a:rPr>
              <a:t>connctions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After suggesting courses-resources for the missing skills</a:t>
            </a:r>
          </a:p>
          <a:p>
            <a:r>
              <a:rPr lang="en-US" dirty="0"/>
              <a:t>Central dashboard for applied jobs/status updates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1489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1C632-256E-2622-44B0-2472C092A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updates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7664D-ABA6-8A9F-2133-1FED8D7C4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mock interviews</a:t>
            </a:r>
          </a:p>
          <a:p>
            <a:r>
              <a:rPr lang="en-US" dirty="0"/>
              <a:t>Evidence based resume </a:t>
            </a:r>
            <a:r>
              <a:rPr lang="en-US" dirty="0" err="1"/>
              <a:t>generation,job</a:t>
            </a:r>
            <a:r>
              <a:rPr lang="en-US" dirty="0"/>
              <a:t> matching</a:t>
            </a:r>
          </a:p>
          <a:p>
            <a:r>
              <a:rPr lang="en-US" dirty="0"/>
              <a:t>Weekly validation points, </a:t>
            </a:r>
            <a:r>
              <a:rPr lang="en-US" dirty="0" err="1"/>
              <a:t>assessments,multiple</a:t>
            </a:r>
            <a:r>
              <a:rPr lang="en-US" dirty="0"/>
              <a:t> choice questions</a:t>
            </a:r>
          </a:p>
          <a:p>
            <a:r>
              <a:rPr lang="en-US" dirty="0"/>
              <a:t>Social login  like google email direct login</a:t>
            </a:r>
          </a:p>
          <a:p>
            <a:r>
              <a:rPr lang="en-US" dirty="0"/>
              <a:t>Privacy resume information like public access or private access</a:t>
            </a:r>
          </a:p>
          <a:p>
            <a:r>
              <a:rPr lang="en-US" dirty="0"/>
              <a:t>For </a:t>
            </a:r>
            <a:r>
              <a:rPr lang="en-US" dirty="0" err="1"/>
              <a:t>differentpaths,it</a:t>
            </a:r>
            <a:r>
              <a:rPr lang="en-US" dirty="0"/>
              <a:t> </a:t>
            </a:r>
            <a:r>
              <a:rPr lang="en-US" dirty="0" err="1"/>
              <a:t>jobs,govt</a:t>
            </a:r>
            <a:r>
              <a:rPr lang="en-US" dirty="0"/>
              <a:t> </a:t>
            </a:r>
            <a:r>
              <a:rPr lang="en-US" dirty="0" err="1"/>
              <a:t>jobs,carrer</a:t>
            </a:r>
            <a:r>
              <a:rPr lang="en-US" dirty="0"/>
              <a:t> paths related to our graduation</a:t>
            </a:r>
          </a:p>
          <a:p>
            <a:r>
              <a:rPr lang="en-US" dirty="0" err="1"/>
              <a:t>Whatsapp</a:t>
            </a:r>
            <a:r>
              <a:rPr lang="en-US" dirty="0"/>
              <a:t> </a:t>
            </a:r>
            <a:r>
              <a:rPr lang="en-US" dirty="0" err="1"/>
              <a:t>alerts,some</a:t>
            </a:r>
            <a:r>
              <a:rPr lang="en-US" dirty="0"/>
              <a:t> matching info or jobs share on </a:t>
            </a:r>
            <a:r>
              <a:rPr lang="en-US" dirty="0" err="1"/>
              <a:t>whatsapp</a:t>
            </a:r>
            <a:r>
              <a:rPr lang="en-US" dirty="0"/>
              <a:t> to friends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2676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04E3A-D10D-D3A5-AF27-85060A261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Differentation</a:t>
            </a:r>
            <a:r>
              <a:rPr lang="en-US" dirty="0"/>
              <a:t> from current apps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1AA24-F5D1-D8AB-3B6A-E7F32457B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Vmock,rezi</a:t>
            </a:r>
            <a:r>
              <a:rPr lang="en-US" dirty="0" err="1">
                <a:sym typeface="Wingdings" panose="05000000000000000000" pitchFamily="2" charset="2"/>
              </a:rPr>
              <a:t>coverletter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generation,user</a:t>
            </a:r>
            <a:r>
              <a:rPr lang="en-US" dirty="0">
                <a:sym typeface="Wingdings" panose="05000000000000000000" pitchFamily="2" charset="2"/>
              </a:rPr>
              <a:t> interested </a:t>
            </a:r>
            <a:r>
              <a:rPr lang="en-US" dirty="0" err="1">
                <a:sym typeface="Wingdings" panose="05000000000000000000" pitchFamily="2" charset="2"/>
              </a:rPr>
              <a:t>skills,no</a:t>
            </a:r>
            <a:r>
              <a:rPr lang="en-US" dirty="0">
                <a:sym typeface="Wingdings" panose="05000000000000000000" pitchFamily="2" charset="2"/>
              </a:rPr>
              <a:t> system of </a:t>
            </a:r>
            <a:r>
              <a:rPr lang="en-US" dirty="0" err="1">
                <a:sym typeface="Wingdings" panose="05000000000000000000" pitchFamily="2" charset="2"/>
              </a:rPr>
              <a:t>automatic,but</a:t>
            </a:r>
            <a:r>
              <a:rPr lang="en-US" dirty="0">
                <a:sym typeface="Wingdings" panose="05000000000000000000" pitchFamily="2" charset="2"/>
              </a:rPr>
              <a:t> has </a:t>
            </a:r>
            <a:r>
              <a:rPr lang="en-US" dirty="0" err="1">
                <a:sym typeface="Wingdings" panose="05000000000000000000" pitchFamily="2" charset="2"/>
              </a:rPr>
              <a:t>feedbacks,ai</a:t>
            </a:r>
            <a:r>
              <a:rPr lang="en-US" dirty="0">
                <a:sym typeface="Wingdings" panose="05000000000000000000" pitchFamily="2" charset="2"/>
              </a:rPr>
              <a:t> interview </a:t>
            </a:r>
            <a:r>
              <a:rPr lang="en-US" dirty="0" err="1">
                <a:sym typeface="Wingdings" panose="05000000000000000000" pitchFamily="2" charset="2"/>
              </a:rPr>
              <a:t>preparation,separate</a:t>
            </a:r>
            <a:r>
              <a:rPr lang="en-US" dirty="0">
                <a:sym typeface="Wingdings" panose="05000000000000000000" pitchFamily="2" charset="2"/>
              </a:rPr>
              <a:t> section for job apply</a:t>
            </a:r>
          </a:p>
          <a:p>
            <a:r>
              <a:rPr lang="en-US" dirty="0" err="1">
                <a:sym typeface="Wingdings" panose="05000000000000000000" pitchFamily="2" charset="2"/>
              </a:rPr>
              <a:t>Jobscan,tealjd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matches,miising</a:t>
            </a:r>
            <a:r>
              <a:rPr lang="en-US" dirty="0">
                <a:sym typeface="Wingdings" panose="05000000000000000000" pitchFamily="2" charset="2"/>
              </a:rPr>
              <a:t> keywords best </a:t>
            </a:r>
            <a:r>
              <a:rPr lang="en-US" dirty="0" err="1">
                <a:sym typeface="Wingdings" panose="05000000000000000000" pitchFamily="2" charset="2"/>
              </a:rPr>
              <a:t>analysis,ats</a:t>
            </a:r>
            <a:r>
              <a:rPr lang="en-US" dirty="0">
                <a:sym typeface="Wingdings" panose="05000000000000000000" pitchFamily="2" charset="2"/>
              </a:rPr>
              <a:t> screening </a:t>
            </a:r>
            <a:r>
              <a:rPr lang="en-US" dirty="0" err="1">
                <a:sym typeface="Wingdings" panose="05000000000000000000" pitchFamily="2" charset="2"/>
              </a:rPr>
              <a:t>system,premium,resume_result_limit,match</a:t>
            </a:r>
            <a:r>
              <a:rPr lang="en-US" dirty="0">
                <a:sym typeface="Wingdings" panose="05000000000000000000" pitchFamily="2" charset="2"/>
              </a:rPr>
              <a:t> score not proper</a:t>
            </a:r>
          </a:p>
          <a:p>
            <a:r>
              <a:rPr lang="en-US" dirty="0" err="1">
                <a:sym typeface="Wingdings" panose="05000000000000000000" pitchFamily="2" charset="2"/>
              </a:rPr>
              <a:t>Hntrsimilar</a:t>
            </a:r>
            <a:r>
              <a:rPr lang="en-US" dirty="0">
                <a:sym typeface="Wingdings" panose="05000000000000000000" pitchFamily="2" charset="2"/>
              </a:rPr>
              <a:t> to </a:t>
            </a:r>
            <a:r>
              <a:rPr lang="en-US" dirty="0" err="1">
                <a:sym typeface="Wingdings" panose="05000000000000000000" pitchFamily="2" charset="2"/>
              </a:rPr>
              <a:t>jobnex</a:t>
            </a:r>
            <a:r>
              <a:rPr lang="en-US" dirty="0">
                <a:sym typeface="Wingdings" panose="05000000000000000000" pitchFamily="2" charset="2"/>
              </a:rPr>
              <a:t> but has no </a:t>
            </a:r>
            <a:r>
              <a:rPr lang="en-US" dirty="0" err="1">
                <a:sym typeface="Wingdings" panose="05000000000000000000" pitchFamily="2" charset="2"/>
              </a:rPr>
              <a:t>referall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msgsending,no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suggestions,no</a:t>
            </a:r>
            <a:r>
              <a:rPr lang="en-US" dirty="0">
                <a:sym typeface="Wingdings" panose="05000000000000000000" pitchFamily="2" charset="2"/>
              </a:rPr>
              <a:t> resources for missing skills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5216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DD03D-44D8-95D5-BD7F-71C9E1474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can take the best from current apps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5C300-6FAD-FD9B-E417-8ACC34318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by step process</a:t>
            </a:r>
          </a:p>
          <a:p>
            <a:r>
              <a:rPr lang="en-US" dirty="0" err="1"/>
              <a:t>Coverletter</a:t>
            </a:r>
            <a:r>
              <a:rPr lang="en-US" dirty="0"/>
              <a:t> </a:t>
            </a:r>
          </a:p>
          <a:p>
            <a:r>
              <a:rPr lang="en-US" dirty="0"/>
              <a:t>Public/private </a:t>
            </a:r>
            <a:r>
              <a:rPr lang="en-US" dirty="0" err="1"/>
              <a:t>acces</a:t>
            </a:r>
            <a:r>
              <a:rPr lang="en-US" dirty="0"/>
              <a:t> for resume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453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A638-5CD6-EFB2-7558-000AB5235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project next MVP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029AA-8B9B-CC90-7E01-913FC1147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FD54C-02BF-D686-7EC0-CF6ED4BF8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D6105-B644-6FB4-45B8-010BE942F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21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331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Project:jobnex</vt:lpstr>
      <vt:lpstr>Day 1 group_name:ASTRA</vt:lpstr>
      <vt:lpstr>Current apps</vt:lpstr>
      <vt:lpstr>Feature_upgrades</vt:lpstr>
      <vt:lpstr>Future updates </vt:lpstr>
      <vt:lpstr>Differentation from current apps</vt:lpstr>
      <vt:lpstr>What we can take the best from current apps</vt:lpstr>
      <vt:lpstr>Our project next MVP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Kolkar Nisha</dc:creator>
  <cp:lastModifiedBy>Kolkar Nisha</cp:lastModifiedBy>
  <cp:revision>4</cp:revision>
  <dcterms:created xsi:type="dcterms:W3CDTF">2026-10-15T09:55:39Z</dcterms:created>
  <dcterms:modified xsi:type="dcterms:W3CDTF">2026-10-15T14:38:03Z</dcterms:modified>
</cp:coreProperties>
</file>